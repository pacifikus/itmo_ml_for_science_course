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0" r:id="rId7"/>
    <p:sldId id="259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E1ABF-5992-6AAA-D604-F441F2FB8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546"/>
            <a:ext cx="9144000" cy="2387600"/>
          </a:xfrm>
        </p:spPr>
        <p:txBody>
          <a:bodyPr/>
          <a:lstStyle/>
          <a:p>
            <a:r>
              <a:rPr lang="ru-RU" dirty="0"/>
              <a:t>Типология задач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157585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77FD1-594B-9D5A-2DCD-9EEA23A2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задач</a:t>
            </a:r>
          </a:p>
        </p:txBody>
      </p:sp>
      <p:pic>
        <p:nvPicPr>
          <p:cNvPr id="1026" name="Picture 2" descr="Supervised, Unsupervised, &amp; Reinforcement Learning - AI Wiki">
            <a:extLst>
              <a:ext uri="{FF2B5EF4-FFF2-40B4-BE49-F238E27FC236}">
                <a16:creationId xmlns:a16="http://schemas.microsoft.com/office/drawing/2014/main" id="{EADDC98B-A7CE-54BB-A8AC-9E28122AA6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2477294"/>
            <a:ext cx="67437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57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77FD1-594B-9D5A-2DCD-9EEA23A2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Semi-supervised</a:t>
            </a:r>
            <a:endParaRPr lang="ru-RU" dirty="0"/>
          </a:p>
        </p:txBody>
      </p:sp>
      <p:pic>
        <p:nvPicPr>
          <p:cNvPr id="2052" name="Picture 4" descr="Introduction to Semi-Supervised Learning | TeksandsAItest">
            <a:extLst>
              <a:ext uri="{FF2B5EF4-FFF2-40B4-BE49-F238E27FC236}">
                <a16:creationId xmlns:a16="http://schemas.microsoft.com/office/drawing/2014/main" id="{A8D8123B-5515-CE03-3718-745E51D1D0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858169"/>
            <a:ext cx="85725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93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B5B75E1-F967-8C1E-5AD0-C439ADE3C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34" y="1764075"/>
            <a:ext cx="11036931" cy="434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B82978-4477-4F4B-72FB-FDA70656059B}"/>
              </a:ext>
            </a:extLst>
          </p:cNvPr>
          <p:cNvSpPr txBox="1"/>
          <p:nvPr/>
        </p:nvSpPr>
        <p:spPr>
          <a:xfrm>
            <a:off x="577534" y="6581001"/>
            <a:ext cx="4576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https://evergreens.com.ua/ru/articles/classical-machine-learning.html</a:t>
            </a:r>
            <a:endParaRPr lang="ru-RU" sz="12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7EF72E8-9EAB-F041-065B-AE8AC11F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Supervised vs unsupervised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290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BF280-AB03-1575-2B14-EABF4766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и регрессия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C2B861-3AF7-B044-457F-CBA22D359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87" y="1690688"/>
            <a:ext cx="5719021" cy="321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E175FB1-CD55-6FE1-3099-52BE11075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5720391" cy="321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A1B99D-0DE2-9A4A-9BC0-F0EFCA875A68}"/>
              </a:ext>
            </a:extLst>
          </p:cNvPr>
          <p:cNvSpPr txBox="1"/>
          <p:nvPr/>
        </p:nvSpPr>
        <p:spPr>
          <a:xfrm>
            <a:off x="577534" y="6581001"/>
            <a:ext cx="4576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https://evergreens.com.ua/ru/articles/classical-machine-learning.html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93750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6315C-3E18-2C38-A94F-EAD02D8F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</a:t>
            </a:r>
          </a:p>
        </p:txBody>
      </p:sp>
      <p:pic>
        <p:nvPicPr>
          <p:cNvPr id="4098" name="Picture 2" descr="кластеризация">
            <a:extLst>
              <a:ext uri="{FF2B5EF4-FFF2-40B4-BE49-F238E27FC236}">
                <a16:creationId xmlns:a16="http://schemas.microsoft.com/office/drawing/2014/main" id="{6312C368-DFA4-B307-E93F-6C4ACEE8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134" y="2046914"/>
            <a:ext cx="7385731" cy="41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DE182-447F-2976-9233-A9BB697FDB77}"/>
              </a:ext>
            </a:extLst>
          </p:cNvPr>
          <p:cNvSpPr txBox="1"/>
          <p:nvPr/>
        </p:nvSpPr>
        <p:spPr>
          <a:xfrm>
            <a:off x="577534" y="6581001"/>
            <a:ext cx="4576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https://evergreens.com.ua/ru/articles/classical-machine-learning.html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63546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A999185-B4E3-0E0B-8795-128641440B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885" y="123022"/>
            <a:ext cx="5312229" cy="661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8DCE63-D40A-C50D-B4EE-C9F411224C1A}"/>
              </a:ext>
            </a:extLst>
          </p:cNvPr>
          <p:cNvSpPr txBox="1"/>
          <p:nvPr/>
        </p:nvSpPr>
        <p:spPr>
          <a:xfrm>
            <a:off x="577534" y="6581001"/>
            <a:ext cx="43799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https://trends.rbc.ru/trends/industry/60c85c599a7947f5776ad409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3971535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72</Words>
  <Application>Microsoft Office PowerPoint</Application>
  <PresentationFormat>Широкоэкранный</PresentationFormat>
  <Paragraphs>10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Типология задач машинного обучения</vt:lpstr>
      <vt:lpstr>Типы задач</vt:lpstr>
      <vt:lpstr>Semi-supervised</vt:lpstr>
      <vt:lpstr>Supervised vs unsupervised</vt:lpstr>
      <vt:lpstr>Классификация и регрессия</vt:lpstr>
      <vt:lpstr>Кластеризация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Кристина Желтова</cp:lastModifiedBy>
  <cp:revision>12</cp:revision>
  <dcterms:created xsi:type="dcterms:W3CDTF">2023-01-09T13:10:05Z</dcterms:created>
  <dcterms:modified xsi:type="dcterms:W3CDTF">2026-09-21T11:50:24Z</dcterms:modified>
</cp:coreProperties>
</file>